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Programming lab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C, C++ and Java lab submissions</a:t>
            </a:r>
          </a:p>
          <a:p>
            <a:r>
              <a:t>Keep indentation and filenames readable.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picture for your handout</a:t>
            </a:r>
          </a:p>
        </p:txBody>
      </p:sp>
      <p:pic>
        <p:nvPicPr>
          <p:cNvPr id="3" name="Picture 2" descr="sample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6400800" cy="426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